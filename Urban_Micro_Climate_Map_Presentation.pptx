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Urban Micro-Climate Map using Public Webcams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Sukanya Jha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create a hyper-local 'comfort map' of a city by analyzing public webcam feeds in real-time, inferring conditions like sun exposure, wind, and wetness that are not captured by traditional weather stations.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City planners can understand how urban design affects local conditions.</a:t>
            </a:r>
          </a:p>
          <a:p>
            <a:r>
              <a:t>Delivery services can route couriers through more comfortable areas.</a:t>
            </a:r>
          </a:p>
          <a:p>
            <a:r>
              <a:t>Public users can find the most pleasant walking path at any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Real-time Webcam Image Ingestion Service</a:t>
            </a:r>
          </a:p>
          <a:p>
            <a:r>
              <a:t>Computer Vision Analysis Pipeline (Sun, Wind, Rain)</a:t>
            </a:r>
          </a:p>
          <a:p>
            <a:r>
              <a:t>Geospatial Data Aggregation Engine</a:t>
            </a:r>
          </a:p>
          <a:p>
            <a:r>
              <a:t>Live Map Dashboard (WebSockets)</a:t>
            </a:r>
          </a:p>
          <a:p>
            <a:r>
              <a:t>API to serve processed micro-climate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Week-wise Development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Week 1: Develop Python ingestion service &amp; React map UI setup</a:t>
            </a:r>
          </a:p>
          <a:p>
            <a:r>
              <a:t>Week 2: Implement first CV model (sun/shadow) &amp; connect frontend to WebSocket</a:t>
            </a:r>
          </a:p>
          <a:p>
            <a:r>
              <a:t>Mid-Project Review: System ingests images, sun/shadow detection works</a:t>
            </a:r>
          </a:p>
          <a:p>
            <a:r>
              <a:t>Week 3: Add CV for foliage wind estimation &amp; wetness detection, dynamic icons</a:t>
            </a:r>
          </a:p>
          <a:p>
            <a:r>
              <a:t>Week 4: Refine CV models, add heatmap-like layer, polish UI with legend/tooltips</a:t>
            </a:r>
          </a:p>
          <a:p>
            <a:r>
              <a:t>Final Review: Accurate inference of micro-climate from webcams, live dashboard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Backend &amp; CV: Python, FastAPI, WebSockets, asyncio, aiohttp, OpenCV</a:t>
            </a:r>
          </a:p>
          <a:p>
            <a:r>
              <a:t>Database: Redis (recent caching), PostgreSQL + PostGIS (historical analysis)</a:t>
            </a:r>
          </a:p>
          <a:p>
            <a:r>
              <a:t>Frontend: React.js, Leaflet or Mapbox</a:t>
            </a:r>
          </a:p>
          <a:p>
            <a:r>
              <a:t>DevOps &amp; General: Docker, Git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 real-time data pipeline that analyzes webcam feeds for micro-climate conditions</a:t>
            </a:r>
          </a:p>
          <a:p>
            <a:r>
              <a:t>An interactive web map that visualizes the hyper-local comfort data live</a:t>
            </a:r>
          </a:p>
          <a:p>
            <a:r>
              <a:t>A documented API for querying real-time micro-climate data</a:t>
            </a:r>
          </a:p>
          <a:p>
            <a:r>
              <a:t>A complete source code repository with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